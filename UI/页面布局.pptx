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4" d="100"/>
          <a:sy n="94" d="100"/>
        </p:scale>
        <p:origin x="1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C0389-E931-173A-0DB7-38CFF8C22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3C2A9C-D7E1-0FB8-B0C6-B5208DF56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555B0-7A28-7C1D-3A61-6702135B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724FE3-211D-BBF4-0DD8-2A152193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37D6B-8A56-ED25-760D-A3505C08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27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B0D7A-4699-A9C1-8C5E-9615E50D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B4470-E7C5-E4F5-5F3B-44F4C81CB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03CFE-9857-6194-D7A7-615B74A9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45BA95-3052-9B16-DE89-976AF62E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90983-7361-6DC2-717A-205C446E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6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72097-8BD5-C876-3F6D-D79C239F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E0599C-BF74-70A0-5786-84527FE5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6982C-95A0-6BA6-1706-6C76C038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3A719-543A-EF20-7B9C-6E70EBEA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C8F500-536F-9AC2-EFEC-3AB61A1C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20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06585-133B-523B-C7DE-560DC3BC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C02F9-11DF-34DE-6981-A547DFA61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01DCF2-AEBA-E1B9-306C-7D44BC4CD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DE288-10CA-48B8-46C0-473C2EFD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02AEF2-2DF0-B1CC-0945-E88C10B7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7F972-BB37-252F-FCCE-23AE7049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2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3692D-BE9F-CA27-77A2-33FCA39B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C64F18-9CF0-9D90-8834-6E21F1887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8CCC9D-E8EB-89A4-1692-5CDA663DF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DCC26C-4634-9EF3-A31F-F22BE0B6C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0EFE63-124C-E6B4-B678-182CB08D5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283203-6C70-8A49-1D8B-744E88DD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240C14-FA10-FDCF-82A5-7A42049F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B00B46-1C45-9022-8274-F9DF2931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3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0F041-1684-1B59-0AC6-BF5383A5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6E98DC-3C92-6330-A1A0-ED4D226E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E8F686-D31C-8D09-3E42-BDD3316D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022831-8556-639C-B250-3DB6ABB0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59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53AD73-74F8-2745-985A-CA0CD18D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DFA955-F78D-AAE7-188C-C717F928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34A99B-3E82-AE59-68AB-031ADB18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70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1CC6B-46A9-EE5A-8FB8-24E8D7A5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AF347-A1BA-FF20-3FAC-6F783FFB2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51421A-ED21-D3FE-E06C-576BD6739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E09E0A-4A42-0FE7-7D13-6D3AE5F3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612C83-08F0-ED04-4115-E1EAEAEA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E8F62A-731D-AFB4-2EFD-58A4BCD6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4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AD69D-35C2-B7F6-C28C-A3AF44E9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6A4F1D-32BA-BE75-B389-0A2AA6A42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38A944-9D9B-B04A-1F79-845EF5E11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D801B1-DC67-F696-9049-8FDF7541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3848FE-7AE3-48CE-DFB4-765147E3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678D0-93B1-E9C4-63CA-E0BE4779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45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D964-5E6B-1C88-43B2-7C5EF654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384B3A-5191-4BA6-3324-1F4AB8166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BD16B-3C36-BA8E-1CF0-1B7647D8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41CA9-CE83-AB89-AFED-373C6E22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91DC7-CC17-AB7B-F1D1-70128FF8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85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255C8DF-1E12-8D17-8500-83AC675F3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71D745-5DA9-DE35-37F6-FDC418856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36AB6-F790-33E1-F398-52C3A8B6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75624-656B-6E7D-61CF-FF9ADD9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70523-7CDF-BC3D-9094-94586479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55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67A585-619F-B50C-5269-645D0295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DE3E40-9DA6-7F0B-4009-6D6F2F02A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0989D-6F71-FD67-BD12-8B3DE15E8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B08CA-3BA9-58B6-E2BE-578579EA0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4A59D-91D4-F680-1CA9-DB579ED25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13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C619B95-5CBF-5468-6772-9DBDEC867712}"/>
              </a:ext>
            </a:extLst>
          </p:cNvPr>
          <p:cNvSpPr/>
          <p:nvPr/>
        </p:nvSpPr>
        <p:spPr>
          <a:xfrm>
            <a:off x="847578" y="686190"/>
            <a:ext cx="10958340" cy="58709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F0E76-83CE-425C-BC87-C4E091480C47}"/>
              </a:ext>
            </a:extLst>
          </p:cNvPr>
          <p:cNvSpPr/>
          <p:nvPr/>
        </p:nvSpPr>
        <p:spPr>
          <a:xfrm>
            <a:off x="1091030" y="917900"/>
            <a:ext cx="2286390" cy="611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（图标）主页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2964F5-B05E-5AA4-46B5-B21B22BFA856}"/>
              </a:ext>
            </a:extLst>
          </p:cNvPr>
          <p:cNvCxnSpPr>
            <a:cxnSpLocks/>
          </p:cNvCxnSpPr>
          <p:nvPr/>
        </p:nvCxnSpPr>
        <p:spPr>
          <a:xfrm>
            <a:off x="3453619" y="686189"/>
            <a:ext cx="0" cy="587091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803A0F7-5F0D-CCBA-5CAC-CD4C034EA865}"/>
              </a:ext>
            </a:extLst>
          </p:cNvPr>
          <p:cNvCxnSpPr>
            <a:cxnSpLocks/>
          </p:cNvCxnSpPr>
          <p:nvPr/>
        </p:nvCxnSpPr>
        <p:spPr>
          <a:xfrm flipV="1">
            <a:off x="3453619" y="1494104"/>
            <a:ext cx="8352299" cy="1426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03DBC085-AE57-F4C8-0DAA-E5E52E276FA0}"/>
              </a:ext>
            </a:extLst>
          </p:cNvPr>
          <p:cNvSpPr/>
          <p:nvPr/>
        </p:nvSpPr>
        <p:spPr>
          <a:xfrm>
            <a:off x="3568114" y="778608"/>
            <a:ext cx="1250852" cy="6111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我的课堂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97D10ED-682D-8922-D948-0AE0217C5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311" y="1717035"/>
            <a:ext cx="2362217" cy="137161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723BA9A-598F-B779-2B61-0577386B4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783" y="1774185"/>
            <a:ext cx="2381267" cy="13144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25ACC1D-F9BD-3A05-5F38-03CD93906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373" y="1759898"/>
            <a:ext cx="2400318" cy="128588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B65FE98-75A0-56CA-7CFD-A39CBEE812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044" y="3429000"/>
            <a:ext cx="2409843" cy="125730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3FF30D8-9EC3-F572-4DC1-BC60FE10A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12" y="3426512"/>
            <a:ext cx="2409843" cy="125730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08175C6-4062-829E-4181-7814C3D378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877" y="3426511"/>
            <a:ext cx="2409843" cy="125730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2ECBA75-7B36-DD7C-B82D-83967E022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044" y="5020762"/>
            <a:ext cx="2409843" cy="1257309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2A6A3647-47AE-96D2-0468-06F15137F80E}"/>
              </a:ext>
            </a:extLst>
          </p:cNvPr>
          <p:cNvSpPr/>
          <p:nvPr/>
        </p:nvSpPr>
        <p:spPr>
          <a:xfrm>
            <a:off x="1091030" y="1994860"/>
            <a:ext cx="2286390" cy="61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（图标）设置</a:t>
            </a:r>
          </a:p>
        </p:txBody>
      </p:sp>
    </p:spTree>
    <p:extLst>
      <p:ext uri="{BB962C8B-B14F-4D97-AF65-F5344CB8AC3E}">
        <p14:creationId xmlns:p14="http://schemas.microsoft.com/office/powerpoint/2010/main" val="307267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65F594A-B440-FCDA-AA3B-5A7BAE929EF3}"/>
              </a:ext>
            </a:extLst>
          </p:cNvPr>
          <p:cNvSpPr/>
          <p:nvPr/>
        </p:nvSpPr>
        <p:spPr>
          <a:xfrm>
            <a:off x="2402840" y="1788160"/>
            <a:ext cx="6680200" cy="3581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0CC6497-AA8E-BD58-8AFC-B7891EEEC3F5}"/>
              </a:ext>
            </a:extLst>
          </p:cNvPr>
          <p:cNvCxnSpPr>
            <a:cxnSpLocks/>
          </p:cNvCxnSpPr>
          <p:nvPr/>
        </p:nvCxnSpPr>
        <p:spPr>
          <a:xfrm>
            <a:off x="2448560" y="2438400"/>
            <a:ext cx="6680200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A3B0995-3EDB-CFD0-26AC-C5C6BAAA27D1}"/>
              </a:ext>
            </a:extLst>
          </p:cNvPr>
          <p:cNvCxnSpPr/>
          <p:nvPr/>
        </p:nvCxnSpPr>
        <p:spPr>
          <a:xfrm>
            <a:off x="3271520" y="1793240"/>
            <a:ext cx="0" cy="645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D6853C0-46CF-71A7-AE31-726DB3A34A08}"/>
              </a:ext>
            </a:extLst>
          </p:cNvPr>
          <p:cNvCxnSpPr/>
          <p:nvPr/>
        </p:nvCxnSpPr>
        <p:spPr>
          <a:xfrm>
            <a:off x="4094480" y="1788160"/>
            <a:ext cx="0" cy="65024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A832CDB-2679-35D0-9DD2-593E1D9B4299}"/>
              </a:ext>
            </a:extLst>
          </p:cNvPr>
          <p:cNvCxnSpPr/>
          <p:nvPr/>
        </p:nvCxnSpPr>
        <p:spPr>
          <a:xfrm>
            <a:off x="6659880" y="2438400"/>
            <a:ext cx="0" cy="2931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6E76A96-210E-7EDB-0BE4-03DC4A2338BB}"/>
              </a:ext>
            </a:extLst>
          </p:cNvPr>
          <p:cNvCxnSpPr/>
          <p:nvPr/>
        </p:nvCxnSpPr>
        <p:spPr>
          <a:xfrm>
            <a:off x="6659880" y="3896360"/>
            <a:ext cx="2423160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CA803F5-C03C-E869-29D6-F1866DE73D54}"/>
              </a:ext>
            </a:extLst>
          </p:cNvPr>
          <p:cNvSpPr txBox="1"/>
          <p:nvPr/>
        </p:nvSpPr>
        <p:spPr>
          <a:xfrm>
            <a:off x="6820882" y="2961640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讲台区</a:t>
            </a:r>
            <a:endParaRPr lang="en-US" altLang="zh-CN" dirty="0"/>
          </a:p>
          <a:p>
            <a:pPr algn="ctr"/>
            <a:r>
              <a:rPr lang="zh-CN" altLang="en-US" dirty="0"/>
              <a:t>当前上台的学生头像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6D5EAE-D6B8-AFE5-BFB5-80C20A3266D1}"/>
              </a:ext>
            </a:extLst>
          </p:cNvPr>
          <p:cNvSpPr txBox="1"/>
          <p:nvPr/>
        </p:nvSpPr>
        <p:spPr>
          <a:xfrm>
            <a:off x="7329884" y="430979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教师区</a:t>
            </a:r>
            <a:endParaRPr lang="en-US" altLang="zh-CN" dirty="0"/>
          </a:p>
          <a:p>
            <a:pPr algn="ctr"/>
            <a:r>
              <a:rPr lang="zh-CN" altLang="en-US" dirty="0"/>
              <a:t>教师头像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D0230A-5180-1EEC-137B-B7434374EE34}"/>
              </a:ext>
            </a:extLst>
          </p:cNvPr>
          <p:cNvSpPr txBox="1"/>
          <p:nvPr/>
        </p:nvSpPr>
        <p:spPr>
          <a:xfrm>
            <a:off x="3939308" y="3711694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课件区</a:t>
            </a:r>
            <a:endParaRPr lang="en-US" altLang="zh-CN" dirty="0"/>
          </a:p>
          <a:p>
            <a:pPr algn="ctr"/>
            <a:r>
              <a:rPr lang="zh-CN" altLang="en-US" dirty="0"/>
              <a:t>图片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F854512-E40A-E0B8-772E-2EF2C11D6E4B}"/>
              </a:ext>
            </a:extLst>
          </p:cNvPr>
          <p:cNvCxnSpPr/>
          <p:nvPr/>
        </p:nvCxnSpPr>
        <p:spPr>
          <a:xfrm>
            <a:off x="4881880" y="1793240"/>
            <a:ext cx="0" cy="645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78D0309-DCF7-1C9F-6B34-C1F31BAF5F92}"/>
              </a:ext>
            </a:extLst>
          </p:cNvPr>
          <p:cNvCxnSpPr/>
          <p:nvPr/>
        </p:nvCxnSpPr>
        <p:spPr>
          <a:xfrm>
            <a:off x="5633720" y="1788160"/>
            <a:ext cx="0" cy="645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996573E-2F88-136E-7BAA-AE744BAE7FE0}"/>
              </a:ext>
            </a:extLst>
          </p:cNvPr>
          <p:cNvCxnSpPr/>
          <p:nvPr/>
        </p:nvCxnSpPr>
        <p:spPr>
          <a:xfrm>
            <a:off x="6421120" y="1795780"/>
            <a:ext cx="0" cy="645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22994B3-61DE-C9E1-9F1D-0537084832B2}"/>
              </a:ext>
            </a:extLst>
          </p:cNvPr>
          <p:cNvCxnSpPr/>
          <p:nvPr/>
        </p:nvCxnSpPr>
        <p:spPr>
          <a:xfrm>
            <a:off x="7374880" y="1788160"/>
            <a:ext cx="0" cy="645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5B06274-DF29-4A65-E54A-86B1CE4758AD}"/>
              </a:ext>
            </a:extLst>
          </p:cNvPr>
          <p:cNvCxnSpPr/>
          <p:nvPr/>
        </p:nvCxnSpPr>
        <p:spPr>
          <a:xfrm>
            <a:off x="8177520" y="1828800"/>
            <a:ext cx="0" cy="64516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B3A0EDF-924E-5208-BCC3-D58961197EFC}"/>
              </a:ext>
            </a:extLst>
          </p:cNvPr>
          <p:cNvSpPr txBox="1"/>
          <p:nvPr/>
        </p:nvSpPr>
        <p:spPr>
          <a:xfrm>
            <a:off x="2553583" y="1871990"/>
            <a:ext cx="638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学生</a:t>
            </a:r>
            <a:r>
              <a:rPr lang="en-US" altLang="zh-CN" sz="1400" dirty="0"/>
              <a:t>1</a:t>
            </a:r>
          </a:p>
          <a:p>
            <a:r>
              <a:rPr lang="zh-CN" altLang="en-US" sz="1400" dirty="0"/>
              <a:t>头像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839405-3880-173D-D156-B9BE64CA1EA2}"/>
              </a:ext>
            </a:extLst>
          </p:cNvPr>
          <p:cNvSpPr txBox="1"/>
          <p:nvPr/>
        </p:nvSpPr>
        <p:spPr>
          <a:xfrm>
            <a:off x="3372985" y="1889770"/>
            <a:ext cx="638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学生</a:t>
            </a:r>
            <a:r>
              <a:rPr lang="en-US" altLang="zh-CN" sz="1400" dirty="0"/>
              <a:t>2</a:t>
            </a:r>
          </a:p>
          <a:p>
            <a:r>
              <a:rPr lang="zh-CN" altLang="en-US" sz="1400" dirty="0"/>
              <a:t>头像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71E826-68E3-AE99-2F3A-82A2F5DC4665}"/>
              </a:ext>
            </a:extLst>
          </p:cNvPr>
          <p:cNvSpPr txBox="1"/>
          <p:nvPr/>
        </p:nvSpPr>
        <p:spPr>
          <a:xfrm>
            <a:off x="4881880" y="121256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课堂主界面</a:t>
            </a:r>
          </a:p>
        </p:txBody>
      </p:sp>
    </p:spTree>
    <p:extLst>
      <p:ext uri="{BB962C8B-B14F-4D97-AF65-F5344CB8AC3E}">
        <p14:creationId xmlns:p14="http://schemas.microsoft.com/office/powerpoint/2010/main" val="72548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34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孝明 陈</dc:creator>
  <cp:lastModifiedBy>孝明 陈</cp:lastModifiedBy>
  <cp:revision>7</cp:revision>
  <dcterms:created xsi:type="dcterms:W3CDTF">2026-04-15T08:07:37Z</dcterms:created>
  <dcterms:modified xsi:type="dcterms:W3CDTF">2026-04-15T14:53:46Z</dcterms:modified>
</cp:coreProperties>
</file>