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94" d="100"/>
          <a:sy n="94" d="100"/>
        </p:scale>
        <p:origin x="16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9C0389-E931-173A-0DB7-38CFF8C226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13C2A9C-D7E1-0FB8-B0C6-B5208DF564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3555B0-7A28-7C1D-3A61-6702135B5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29DF-AB66-4C46-BA64-0AB78058C96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724FE3-211D-BBF4-0DD8-2A152193B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D37D6B-8A56-ED25-760D-A3505C081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7B57A-632C-4198-81AB-07BBACA2AA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5272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BB0D7A-4699-A9C1-8C5E-9615E50DF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FB4470-E7C5-E4F5-5F3B-44F4C81CB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603CFE-9857-6194-D7A7-615B74A9F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29DF-AB66-4C46-BA64-0AB78058C96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45BA95-3052-9B16-DE89-976AF62EA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A90983-7361-6DC2-717A-205C446E4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7B57A-632C-4198-81AB-07BBACA2AA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6162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C72097-8BD5-C876-3F6D-D79C239F0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6E0599C-BF74-70A0-5786-84527FE59B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D6982C-95A0-6BA6-1706-6C76C038B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29DF-AB66-4C46-BA64-0AB78058C96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D3A719-543A-EF20-7B9C-6E70EBEA4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C8F500-536F-9AC2-EFEC-3AB61A1C3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7B57A-632C-4198-81AB-07BBACA2AA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4204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906585-133B-523B-C7DE-560DC3BC3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2C02F9-11DF-34DE-6981-A547DFA61F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A01DCF2-AEBA-E1B9-306C-7D44BC4CDF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F8DE288-10CA-48B8-46C0-473C2EFD2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29DF-AB66-4C46-BA64-0AB78058C96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702AEF2-2DF0-B1CC-0945-E88C10B78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5A7F972-BB37-252F-FCCE-23AE7049F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7B57A-632C-4198-81AB-07BBACA2AA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3628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23692D-BE9F-CA27-77A2-33FCA39BC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4C64F18-9CF0-9D90-8834-6E21F1887B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C8CCC9D-E8EB-89A4-1692-5CDA663DFE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DDCC26C-4634-9EF3-A31F-F22BE0B6C5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60EFE63-124C-E6B4-B678-182CB08D50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6283203-6C70-8A49-1D8B-744E88DD9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29DF-AB66-4C46-BA64-0AB78058C96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C240C14-FA10-FDCF-82A5-7A42049F1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EB00B46-1C45-9022-8274-F9DF29317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7B57A-632C-4198-81AB-07BBACA2AA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1434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60F041-1684-1B59-0AC6-BF5383A58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66E98DC-3C92-6330-A1A0-ED4D226EB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29DF-AB66-4C46-BA64-0AB78058C96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5E8F686-D31C-8D09-3E42-BDD3316DF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0022831-8556-639C-B250-3DB6ABB09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7B57A-632C-4198-81AB-07BBACA2AA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6590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153AD73-74F8-2745-985A-CA0CD18D3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29DF-AB66-4C46-BA64-0AB78058C96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ADFA955-F78D-AAE7-188C-C717F928E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34A99B-3E82-AE59-68AB-031ADB182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7B57A-632C-4198-81AB-07BBACA2AA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8706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91CC6B-46A9-EE5A-8FB8-24E8D7A5F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0AF347-A1BA-FF20-3FAC-6F783FFB25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351421A-ED21-D3FE-E06C-576BD67394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AE09E0A-4A42-0FE7-7D13-6D3AE5F35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29DF-AB66-4C46-BA64-0AB78058C96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B612C83-08F0-ED04-4115-E1EAEAEA7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1E8F62A-731D-AFB4-2EFD-58A4BCD6C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7B57A-632C-4198-81AB-07BBACA2AA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7247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CAD69D-35C2-B7F6-C28C-A3AF44E9D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66A4F1D-32BA-BE75-B389-0A2AA6A42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038A944-9D9B-B04A-1F79-845EF5E11B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8D801B1-DC67-F696-9049-8FDF7541D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29DF-AB66-4C46-BA64-0AB78058C96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23848FE-7AE3-48CE-DFB4-765147E3E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5A678D0-93B1-E9C4-63CA-E0BE47795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7B57A-632C-4198-81AB-07BBACA2AA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1457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34D964-5E6B-1C88-43B2-7C5EF6548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A384B3A-5191-4BA6-3324-1F4AB81663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9BD16B-3C36-BA8E-1CF0-1B7647D82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29DF-AB66-4C46-BA64-0AB78058C96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441CA9-CE83-AB89-AFED-373C6E226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491DC7-CC17-AB7B-F1D1-70128FF8E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7B57A-632C-4198-81AB-07BBACA2AA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858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255C8DF-1E12-8D17-8500-83AC675F36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D71D745-5DA9-DE35-37F6-FDC418856B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636AB6-F790-33E1-F398-52C3A8B6D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E29DF-AB66-4C46-BA64-0AB78058C96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675624-656B-6E7D-61CF-FF9ADD9C4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270523-7CDF-BC3D-9094-94586479F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7B57A-632C-4198-81AB-07BBACA2AA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6555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667A585-619F-B50C-5269-645D02958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1DE3E40-9DA6-7F0B-4009-6D6F2F02AF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30989D-6F71-FD67-BD12-8B3DE15E8F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E29DF-AB66-4C46-BA64-0AB78058C969}" type="datetimeFigureOut">
              <a:rPr lang="zh-CN" altLang="en-US" smtClean="0"/>
              <a:t>2026/4/15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0B08CA-3BA9-58B6-E2BE-578579EA0E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E4A59D-91D4-F680-1CA9-DB579ED25A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07B57A-632C-4198-81AB-07BBACA2AA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5130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C619B95-5CBF-5468-6772-9DBDEC867712}"/>
              </a:ext>
            </a:extLst>
          </p:cNvPr>
          <p:cNvSpPr/>
          <p:nvPr/>
        </p:nvSpPr>
        <p:spPr>
          <a:xfrm>
            <a:off x="847578" y="686190"/>
            <a:ext cx="10958340" cy="58709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42F0E76-83CE-425C-BC87-C4E091480C47}"/>
              </a:ext>
            </a:extLst>
          </p:cNvPr>
          <p:cNvSpPr/>
          <p:nvPr/>
        </p:nvSpPr>
        <p:spPr>
          <a:xfrm>
            <a:off x="1091030" y="917900"/>
            <a:ext cx="2286390" cy="6111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（图标）主页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982964F5-B05E-5AA4-46B5-B21B22BFA856}"/>
              </a:ext>
            </a:extLst>
          </p:cNvPr>
          <p:cNvCxnSpPr>
            <a:cxnSpLocks/>
          </p:cNvCxnSpPr>
          <p:nvPr/>
        </p:nvCxnSpPr>
        <p:spPr>
          <a:xfrm>
            <a:off x="3453619" y="686189"/>
            <a:ext cx="0" cy="5870917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D803A0F7-5F0D-CCBA-5CAC-CD4C034EA865}"/>
              </a:ext>
            </a:extLst>
          </p:cNvPr>
          <p:cNvCxnSpPr>
            <a:cxnSpLocks/>
          </p:cNvCxnSpPr>
          <p:nvPr/>
        </p:nvCxnSpPr>
        <p:spPr>
          <a:xfrm flipV="1">
            <a:off x="3453619" y="1494104"/>
            <a:ext cx="8352299" cy="14265"/>
          </a:xfrm>
          <a:prstGeom prst="lin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03DBC085-AE57-F4C8-0DAA-E5E52E276FA0}"/>
              </a:ext>
            </a:extLst>
          </p:cNvPr>
          <p:cNvSpPr/>
          <p:nvPr/>
        </p:nvSpPr>
        <p:spPr>
          <a:xfrm>
            <a:off x="3568114" y="778608"/>
            <a:ext cx="1250852" cy="611163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我的课堂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797D10ED-682D-8922-D948-0AE0217C5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3311" y="1717035"/>
            <a:ext cx="2362217" cy="137161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0723BA9A-598F-B779-2B61-0577386B45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8783" y="1774185"/>
            <a:ext cx="2381267" cy="131446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825ACC1D-F9BD-3A05-5F38-03CD939068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2373" y="1759898"/>
            <a:ext cx="2400318" cy="1285884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DB65FE98-75A0-56CA-7CFD-A39CBEE812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4044" y="3429000"/>
            <a:ext cx="2409843" cy="1257309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73FF30D8-9EC3-F572-4DC1-BC60FE10A3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812" y="3426512"/>
            <a:ext cx="2409843" cy="1257309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D08175C6-4062-829E-4181-7814C3D3789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9877" y="3426511"/>
            <a:ext cx="2409843" cy="1257309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D2ECBA75-7B36-DD7C-B82D-83967E0227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4044" y="5020762"/>
            <a:ext cx="2409843" cy="1257309"/>
          </a:xfrm>
          <a:prstGeom prst="rect">
            <a:avLst/>
          </a:prstGeom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2A6A3647-47AE-96D2-0468-06F15137F80E}"/>
              </a:ext>
            </a:extLst>
          </p:cNvPr>
          <p:cNvSpPr/>
          <p:nvPr/>
        </p:nvSpPr>
        <p:spPr>
          <a:xfrm>
            <a:off x="1091030" y="1994860"/>
            <a:ext cx="2286390" cy="6111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（图标）设置</a:t>
            </a:r>
          </a:p>
        </p:txBody>
      </p:sp>
    </p:spTree>
    <p:extLst>
      <p:ext uri="{BB962C8B-B14F-4D97-AF65-F5344CB8AC3E}">
        <p14:creationId xmlns:p14="http://schemas.microsoft.com/office/powerpoint/2010/main" val="3072676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>
            <a:extLst>
              <a:ext uri="{FF2B5EF4-FFF2-40B4-BE49-F238E27FC236}">
                <a16:creationId xmlns:a16="http://schemas.microsoft.com/office/drawing/2014/main" id="{4DB6059C-1360-1537-C4D9-6020C1701D43}"/>
              </a:ext>
            </a:extLst>
          </p:cNvPr>
          <p:cNvGrpSpPr/>
          <p:nvPr/>
        </p:nvGrpSpPr>
        <p:grpSpPr>
          <a:xfrm>
            <a:off x="2402840" y="1212567"/>
            <a:ext cx="6725920" cy="4156993"/>
            <a:chOff x="2402840" y="1212567"/>
            <a:chExt cx="6725920" cy="4156993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C65F594A-B440-FCDA-AA3B-5A7BAE929EF3}"/>
                </a:ext>
              </a:extLst>
            </p:cNvPr>
            <p:cNvSpPr/>
            <p:nvPr/>
          </p:nvSpPr>
          <p:spPr>
            <a:xfrm>
              <a:off x="2402840" y="1788160"/>
              <a:ext cx="6680200" cy="35814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F0CC6497-AA8E-BD58-8AFC-B7891EEEC3F5}"/>
                </a:ext>
              </a:extLst>
            </p:cNvPr>
            <p:cNvCxnSpPr>
              <a:cxnSpLocks/>
            </p:cNvCxnSpPr>
            <p:nvPr/>
          </p:nvCxnSpPr>
          <p:spPr>
            <a:xfrm>
              <a:off x="2448560" y="2438400"/>
              <a:ext cx="668020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6A3B0995-3EDB-CFD0-26AC-C5C6BAAA27D1}"/>
                </a:ext>
              </a:extLst>
            </p:cNvPr>
            <p:cNvCxnSpPr/>
            <p:nvPr/>
          </p:nvCxnSpPr>
          <p:spPr>
            <a:xfrm>
              <a:off x="3271520" y="1793240"/>
              <a:ext cx="0" cy="645160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CD6853C0-46CF-71A7-AE31-726DB3A34A08}"/>
                </a:ext>
              </a:extLst>
            </p:cNvPr>
            <p:cNvCxnSpPr/>
            <p:nvPr/>
          </p:nvCxnSpPr>
          <p:spPr>
            <a:xfrm>
              <a:off x="4094480" y="1788160"/>
              <a:ext cx="0" cy="650240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CA832CDB-2679-35D0-9DD2-593E1D9B4299}"/>
                </a:ext>
              </a:extLst>
            </p:cNvPr>
            <p:cNvCxnSpPr/>
            <p:nvPr/>
          </p:nvCxnSpPr>
          <p:spPr>
            <a:xfrm>
              <a:off x="6659880" y="2438400"/>
              <a:ext cx="0" cy="2931160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D6E76A96-210E-7EDB-0BE4-03DC4A2338BB}"/>
                </a:ext>
              </a:extLst>
            </p:cNvPr>
            <p:cNvCxnSpPr/>
            <p:nvPr/>
          </p:nvCxnSpPr>
          <p:spPr>
            <a:xfrm>
              <a:off x="6659880" y="3896360"/>
              <a:ext cx="242316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1CA803F5-C03C-E869-29D6-F1866DE73D54}"/>
                </a:ext>
              </a:extLst>
            </p:cNvPr>
            <p:cNvSpPr txBox="1"/>
            <p:nvPr/>
          </p:nvSpPr>
          <p:spPr>
            <a:xfrm>
              <a:off x="6820882" y="2961640"/>
              <a:ext cx="226215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dirty="0"/>
                <a:t>讲台区</a:t>
              </a:r>
              <a:endParaRPr lang="en-US" altLang="zh-CN" dirty="0"/>
            </a:p>
            <a:p>
              <a:pPr algn="ctr"/>
              <a:r>
                <a:rPr lang="zh-CN" altLang="en-US" dirty="0"/>
                <a:t>当前上台的学生头像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E56D5EAE-D6B8-AFE5-BFB5-80C20A3266D1}"/>
                </a:ext>
              </a:extLst>
            </p:cNvPr>
            <p:cNvSpPr txBox="1"/>
            <p:nvPr/>
          </p:nvSpPr>
          <p:spPr>
            <a:xfrm>
              <a:off x="7329884" y="4309795"/>
              <a:ext cx="110799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dirty="0"/>
                <a:t>教师区</a:t>
              </a:r>
              <a:endParaRPr lang="en-US" altLang="zh-CN" dirty="0"/>
            </a:p>
            <a:p>
              <a:pPr algn="ctr"/>
              <a:r>
                <a:rPr lang="zh-CN" altLang="en-US" dirty="0"/>
                <a:t>教师头像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8AD0230A-5180-1EEC-137B-B7434374EE34}"/>
                </a:ext>
              </a:extLst>
            </p:cNvPr>
            <p:cNvSpPr txBox="1"/>
            <p:nvPr/>
          </p:nvSpPr>
          <p:spPr>
            <a:xfrm>
              <a:off x="3939308" y="3711694"/>
              <a:ext cx="87716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课件区</a:t>
              </a:r>
              <a:endParaRPr lang="en-US" altLang="zh-CN" dirty="0"/>
            </a:p>
            <a:p>
              <a:pPr algn="ctr"/>
              <a:r>
                <a:rPr lang="zh-CN" altLang="en-US" dirty="0"/>
                <a:t>图片</a:t>
              </a:r>
            </a:p>
          </p:txBody>
        </p: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6F854512-E40A-E0B8-772E-2EF2C11D6E4B}"/>
                </a:ext>
              </a:extLst>
            </p:cNvPr>
            <p:cNvCxnSpPr/>
            <p:nvPr/>
          </p:nvCxnSpPr>
          <p:spPr>
            <a:xfrm>
              <a:off x="4881880" y="1793240"/>
              <a:ext cx="0" cy="645160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B78D0309-DCF7-1C9F-6B34-C1F31BAF5F92}"/>
                </a:ext>
              </a:extLst>
            </p:cNvPr>
            <p:cNvCxnSpPr/>
            <p:nvPr/>
          </p:nvCxnSpPr>
          <p:spPr>
            <a:xfrm>
              <a:off x="5633720" y="1788160"/>
              <a:ext cx="0" cy="645160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7996573E-2F88-136E-7BAA-AE744BAE7FE0}"/>
                </a:ext>
              </a:extLst>
            </p:cNvPr>
            <p:cNvCxnSpPr/>
            <p:nvPr/>
          </p:nvCxnSpPr>
          <p:spPr>
            <a:xfrm>
              <a:off x="6421120" y="1795780"/>
              <a:ext cx="0" cy="645160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B22994B3-61DE-C9E1-9F1D-0537084832B2}"/>
                </a:ext>
              </a:extLst>
            </p:cNvPr>
            <p:cNvCxnSpPr/>
            <p:nvPr/>
          </p:nvCxnSpPr>
          <p:spPr>
            <a:xfrm>
              <a:off x="7374880" y="1788160"/>
              <a:ext cx="0" cy="645160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65B06274-DF29-4A65-E54A-86B1CE4758AD}"/>
                </a:ext>
              </a:extLst>
            </p:cNvPr>
            <p:cNvCxnSpPr/>
            <p:nvPr/>
          </p:nvCxnSpPr>
          <p:spPr>
            <a:xfrm>
              <a:off x="8177520" y="1828800"/>
              <a:ext cx="0" cy="645160"/>
            </a:xfrm>
            <a:prstGeom prst="lin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BB3A0EDF-924E-5208-BCC3-D58961197EFC}"/>
                </a:ext>
              </a:extLst>
            </p:cNvPr>
            <p:cNvSpPr txBox="1"/>
            <p:nvPr/>
          </p:nvSpPr>
          <p:spPr>
            <a:xfrm>
              <a:off x="2553583" y="1871990"/>
              <a:ext cx="63831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学生</a:t>
              </a:r>
              <a:r>
                <a:rPr lang="en-US" altLang="zh-CN" sz="1400" dirty="0"/>
                <a:t>1</a:t>
              </a:r>
            </a:p>
            <a:p>
              <a:r>
                <a:rPr lang="zh-CN" altLang="en-US" sz="1400" dirty="0"/>
                <a:t>头像</a:t>
              </a: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B5839405-3880-173D-D156-B9BE64CA1EA2}"/>
                </a:ext>
              </a:extLst>
            </p:cNvPr>
            <p:cNvSpPr txBox="1"/>
            <p:nvPr/>
          </p:nvSpPr>
          <p:spPr>
            <a:xfrm>
              <a:off x="3372985" y="1889770"/>
              <a:ext cx="63831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/>
                <a:t>学生</a:t>
              </a:r>
              <a:r>
                <a:rPr lang="en-US" altLang="zh-CN" sz="1400" dirty="0"/>
                <a:t>2</a:t>
              </a:r>
            </a:p>
            <a:p>
              <a:r>
                <a:rPr lang="zh-CN" altLang="en-US" sz="1400" dirty="0"/>
                <a:t>头像</a:t>
              </a: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0C71E826-68E3-AE99-2F3A-82A2F5DC4665}"/>
                </a:ext>
              </a:extLst>
            </p:cNvPr>
            <p:cNvSpPr txBox="1"/>
            <p:nvPr/>
          </p:nvSpPr>
          <p:spPr>
            <a:xfrm>
              <a:off x="4881880" y="1212567"/>
              <a:ext cx="13388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课堂主界面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254854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34</Words>
  <Application>Microsoft Office PowerPoint</Application>
  <PresentationFormat>宽屏</PresentationFormat>
  <Paragraphs>14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孝明 陈</dc:creator>
  <cp:lastModifiedBy>孝明 陈</cp:lastModifiedBy>
  <cp:revision>6</cp:revision>
  <dcterms:created xsi:type="dcterms:W3CDTF">2026-04-15T08:07:37Z</dcterms:created>
  <dcterms:modified xsi:type="dcterms:W3CDTF">2026-04-15T11:08:35Z</dcterms:modified>
</cp:coreProperties>
</file>